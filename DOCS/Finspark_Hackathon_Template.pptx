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uEAXE/96kaotr0Eu7IvWKDzS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2879834" y="2853000"/>
            <a:ext cx="6432331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Presentation Template</a:t>
            </a:r>
            <a:b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Finspark Hackathon 2026</a:t>
            </a:r>
            <a:endParaRPr b="1" i="0" sz="32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-1276679" y="5122115"/>
            <a:ext cx="55467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FFD4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Team Name :</a:t>
            </a:r>
            <a:endParaRPr b="0" i="0" sz="1400" u="none" cap="none" strike="noStrike">
              <a:solidFill>
                <a:srgbClr val="FFD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D44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FFD4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team bio :</a:t>
            </a:r>
            <a:endParaRPr b="0" i="0" sz="1400" u="none" cap="none" strike="noStrike">
              <a:solidFill>
                <a:srgbClr val="FFD44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FFD44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IN" sz="1200" u="none" cap="none" strike="noStrike">
                <a:solidFill>
                  <a:srgbClr val="FFD44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Date :</a:t>
            </a:r>
            <a:endParaRPr b="0" i="0" sz="1400" u="none" cap="none" strike="noStrike">
              <a:solidFill>
                <a:srgbClr val="FFD4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278089" y="586451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Statement?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278100" y="1162450"/>
            <a:ext cx="83358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Mention the problem statement selected by your team and explain why you chose to solve it.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356839" y="559523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Pre-Requisite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List any assumptions, required access, datasets, tools, APIs, environments or inputs needed for your solution to work.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278100" y="6448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or resources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Mention the technologies, frameworks, platforms, libraries, datasets or references used to build your solution.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2781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Supporting Functional Documents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any supporting documents, user flows, process notes, research links, logic flows or references that explain your solution better.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332200" y="66857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Differentiators &amp; Adoption Plan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Mention the technologies, frameworks, platforms, libraries, datasets or references used to build your solution.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427150" y="687325"/>
            <a:ext cx="9634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 Link &amp; supporting diagrams, screenshots, 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any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427139" y="17218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your GitHub link along with any diagrams, screenshots or architecture references that support your prototype.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Potential and Relevance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 the future potential of your solution, including expansion, real-world use cases and long-term applicability.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Uniqueness of Approach and Solution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Highlight what is innovative, original or different about your approach compared to existing solutions.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034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Experience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how users will interact with the solution and why it is simple, clear and usable.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 how the solution can scale across branches, users, systems, transaction volumes or banking environments.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344100" y="64482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Ease of Deployment and Maintenance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Explain how practical the solution is to implement, run, maintain and improve over time.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344100" y="65670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Considerations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Describe how the solution handles cybersecurity risks, data protection, access control, compliance and safe implementation.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3797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diagram &amp; Images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clear architecture diagram showing how the solution works across components, systems, data flows and users.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 Screenshots &amp; video &amp; Github Link</a:t>
            </a:r>
            <a:endParaRPr b="0" i="0" sz="1400" u="none" cap="none" strike="noStrike">
              <a:solidFill>
                <a:srgbClr val="2158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prototype screenshots, demo video link, GitHub link and any visuals that prove the solution is functional.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/>
        </p:nvSpPr>
        <p:spPr>
          <a:xfrm>
            <a:off x="408614" y="2948556"/>
            <a:ext cx="86493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</a:pPr>
            <a:r>
              <a:rPr b="1" i="0" lang="en-IN" sz="36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1" i="0" sz="36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410051" y="3782256"/>
            <a:ext cx="4559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IN" sz="15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 names</a:t>
            </a:r>
            <a:endParaRPr b="1" i="0" sz="15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408625" y="3775951"/>
            <a:ext cx="82185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team member names, roles, contact details and any closing note.</a:t>
            </a:r>
            <a:endParaRPr b="0" i="0" sz="20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2024-06-09T08:34:46Z</dcterms:created>
  <dc:creator>Avinash Rohit</dc:creator>
</cp:coreProperties>
</file>